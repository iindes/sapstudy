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BDFE"/>
    <a:srgbClr val="0779CC"/>
    <a:srgbClr val="201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BA19-9071-E32D-6486-CBCB0CC92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8EAA1-1C1B-538E-6551-0978A15DE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12A0-0C34-FF65-2604-04B4CD8D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17586-D594-A681-EF7A-831F1ABA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1B409-A59D-2B8F-4D00-500ECD41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76E4-32D5-7D28-1FB8-879569AE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CC487-3759-B276-A9F3-AAD5B138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81B-6308-8630-395D-E8740E78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7DEA2-1547-5D0F-8C49-0B966F88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5A0C0-B903-61C0-11D5-FD3AE762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8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9FCF-32C9-8D32-6646-05A01336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F6222-FA56-BB74-BEFB-E89799FC6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53E86-FD5A-3CF6-A1BB-8C5B52AA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8E51-9792-1578-1187-43589047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710CC-AA28-C7BF-6211-54D779A7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9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18B2-6051-0EA9-81AC-FE8424D9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5CB90-F0A8-0679-3184-E9511F7B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96D5E-1FFF-6257-7D6C-5E28A90F2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7641C-0396-51AC-1410-C7416F32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09681-2C4E-40F5-534A-008E9560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26F2-E27B-0C1A-FF5C-39CF2408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4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98B0-E09F-58E8-8748-BFC38D04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98D58-602A-50FC-BCC1-8D45EA18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EDBE9-6CD7-C44B-C85D-8AFCE8A1C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E1937-91F4-4F7C-7B3A-954A50669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B1AAD-5E2A-84BD-60CE-C3B61C195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C3C1B-A0AE-FFE0-C232-5B0998F7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11406-54FA-7E93-BAFC-F551ADE1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E9AB0-AE8D-115C-5141-91C6E425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2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4CF8-F5FB-207B-9B73-85C591CC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554D0-07E0-8313-10BD-309581D6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1F06D-DCED-57C2-2FCB-5FCF6A2A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CDFD9-EE21-3E97-B88E-12E0EB95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9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5723C-2DB8-490B-81D1-AD206A1B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DA473-F676-3D9D-8773-ECAFDCAC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71CD8-9928-D4E8-B6DA-58A80F3C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4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4910-BAE1-2522-FB72-B2A4DD9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6974-F6F7-D9E0-EB68-2A9D3BD6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38895-61FC-721E-89FF-CCDCDC348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3EA88-C374-C62B-5BA0-592AC027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30D90-581A-2C40-58A1-8824FF9F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1356F-4BC0-DE89-5EAD-EA412D99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6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DB82-64E4-E590-2E8B-F71B98BE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1937A-2A1D-DBD2-4E12-C7D8F157D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7F445-487D-1CB8-6AA0-3A8AB9892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F9277-A058-15AC-0B8A-01BB5AE1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B5B0A-24FD-8386-FF77-95D56B2F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D7DB0-F997-9EAA-8818-63006DF6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5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3585-F0B4-024C-491A-BD370E8F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56139-9910-A2F4-66CA-27157F883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B9345-B45B-67A9-1FCE-3B817D55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AA24-8904-187E-F65B-B3D21775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0CD9-6B7E-5F15-1A7E-C943E3F7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1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FD6E7-CAF1-7E75-7F98-1721988E6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A5D41-AEFA-597B-45A8-EE2073F8D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03E6E-36BE-144D-7035-E4AECC2A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AF138-C2F4-1D22-4B19-644567FB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89FBE-6FE3-0AA8-1DB5-5E0AB2B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3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073D0-17BB-3664-FAA7-000EEAC1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77D59-BFE7-8B2D-B7B7-5FEBF46C4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E7CC5-9758-EE1B-BB94-A59492E80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271B3-5476-614F-9A76-D1E0E5C896C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3DF5E-E47A-B006-9083-E90A6287E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FBA55-A40A-D602-F3F5-E73759AD8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21C5-98BF-9944-BF5F-0F7AA018D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5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BB6DF-F729-9F0F-2316-5C9845B9006D}"/>
              </a:ext>
            </a:extLst>
          </p:cNvPr>
          <p:cNvSpPr/>
          <p:nvPr/>
        </p:nvSpPr>
        <p:spPr>
          <a:xfrm>
            <a:off x="4836000" y="1555532"/>
            <a:ext cx="2520000" cy="720000"/>
          </a:xfrm>
          <a:prstGeom prst="rect">
            <a:avLst/>
          </a:prstGeom>
          <a:solidFill>
            <a:srgbClr val="201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ZAI23FERT01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AE965-13A3-A05B-4E3E-289E4835E24B}"/>
              </a:ext>
            </a:extLst>
          </p:cNvPr>
          <p:cNvSpPr/>
          <p:nvPr/>
        </p:nvSpPr>
        <p:spPr>
          <a:xfrm>
            <a:off x="3337033" y="3069000"/>
            <a:ext cx="2520000" cy="720000"/>
          </a:xfrm>
          <a:prstGeom prst="rect">
            <a:avLst/>
          </a:prstGeom>
          <a:solidFill>
            <a:srgbClr val="077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ZAI23HALB01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B4AEE-084D-2659-41FB-94306C148820}"/>
              </a:ext>
            </a:extLst>
          </p:cNvPr>
          <p:cNvSpPr/>
          <p:nvPr/>
        </p:nvSpPr>
        <p:spPr>
          <a:xfrm>
            <a:off x="6334968" y="3069000"/>
            <a:ext cx="2520000" cy="720000"/>
          </a:xfrm>
          <a:prstGeom prst="rect">
            <a:avLst/>
          </a:prstGeom>
          <a:solidFill>
            <a:srgbClr val="04B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ZAI23ROH01 (</a:t>
            </a:r>
            <a:r>
              <a:rPr lang="ko-KR" altLang="en-US" dirty="0" err="1"/>
              <a:t>舊</a:t>
            </a:r>
            <a:r>
              <a:rPr lang="en-US" altLang="ko-KR" dirty="0"/>
              <a:t>HALB02)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6F87F-A90C-5553-DAC5-18AA0C886305}"/>
              </a:ext>
            </a:extLst>
          </p:cNvPr>
          <p:cNvSpPr/>
          <p:nvPr/>
        </p:nvSpPr>
        <p:spPr>
          <a:xfrm>
            <a:off x="3337033" y="4582468"/>
            <a:ext cx="2520000" cy="720000"/>
          </a:xfrm>
          <a:prstGeom prst="rect">
            <a:avLst/>
          </a:prstGeom>
          <a:solidFill>
            <a:srgbClr val="04B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ZAI23ROH02</a:t>
            </a:r>
          </a:p>
        </p:txBody>
      </p:sp>
      <p:grpSp>
        <p:nvGrpSpPr>
          <p:cNvPr id="7" name="그룹 35">
            <a:extLst>
              <a:ext uri="{FF2B5EF4-FFF2-40B4-BE49-F238E27FC236}">
                <a16:creationId xmlns:a16="http://schemas.microsoft.com/office/drawing/2014/main" id="{D3698411-3CD4-1A38-7E67-FBD469CC812D}"/>
              </a:ext>
            </a:extLst>
          </p:cNvPr>
          <p:cNvGrpSpPr/>
          <p:nvPr/>
        </p:nvGrpSpPr>
        <p:grpSpPr>
          <a:xfrm>
            <a:off x="10191910" y="128968"/>
            <a:ext cx="1910244" cy="1939132"/>
            <a:chOff x="10191910" y="3688122"/>
            <a:chExt cx="1910244" cy="1939132"/>
          </a:xfrm>
        </p:grpSpPr>
        <p:sp>
          <p:nvSpPr>
            <p:cNvPr id="8" name="Rectangle 182">
              <a:extLst>
                <a:ext uri="{FF2B5EF4-FFF2-40B4-BE49-F238E27FC236}">
                  <a16:creationId xmlns:a16="http://schemas.microsoft.com/office/drawing/2014/main" id="{A4443584-E302-AA1D-8963-5B9BF6F48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1910" y="4190499"/>
              <a:ext cx="1872000" cy="432000"/>
            </a:xfrm>
            <a:prstGeom prst="rect">
              <a:avLst/>
            </a:prstGeom>
            <a:gradFill rotWithShape="1">
              <a:gsLst>
                <a:gs pos="0">
                  <a:srgbClr val="333399">
                    <a:shade val="51000"/>
                    <a:satMod val="130000"/>
                  </a:srgbClr>
                </a:gs>
                <a:gs pos="80000">
                  <a:srgbClr val="333399">
                    <a:shade val="93000"/>
                    <a:satMod val="130000"/>
                  </a:srgbClr>
                </a:gs>
                <a:gs pos="100000">
                  <a:srgbClr val="333399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90488" tIns="44450" rIns="90488" bIns="44450" anchor="ctr"/>
            <a:lstStyle>
              <a:lvl1pPr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66763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7145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286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7620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완제품 </a:t>
              </a:r>
              <a:r>
                <a:rPr kumimoji="1" lang="en-US" altLang="ko-KR" sz="1400" b="0" i="0" u="none" strike="noStrike" kern="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Finished Goods</a:t>
              </a:r>
              <a:br>
                <a:rPr kumimoji="1" lang="en-US" altLang="ko-KR" sz="1400" b="0" i="0" u="none" strike="noStrike" kern="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</a:b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FERT</a:t>
              </a:r>
            </a:p>
          </p:txBody>
        </p:sp>
        <p:sp>
          <p:nvSpPr>
            <p:cNvPr id="9" name="Rectangle 182">
              <a:extLst>
                <a:ext uri="{FF2B5EF4-FFF2-40B4-BE49-F238E27FC236}">
                  <a16:creationId xmlns:a16="http://schemas.microsoft.com/office/drawing/2014/main" id="{6B7457D3-EF06-46D3-E5ED-96393D0CA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1032" y="4692876"/>
              <a:ext cx="1872000" cy="432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90488" tIns="44450" rIns="90488" bIns="44450" anchor="ctr"/>
            <a:lstStyle/>
            <a:p>
              <a:pPr marL="0" marR="0" lvl="0" indent="0" algn="ctr" defTabSz="7620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반제품 </a:t>
              </a:r>
              <a:r>
                <a:rPr kumimoji="1" lang="en-US" altLang="ko-KR" sz="1400" b="0" i="0" u="none" strike="noStrike" kern="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Semi-Finished Goods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HALB</a:t>
              </a:r>
            </a:p>
          </p:txBody>
        </p:sp>
        <p:sp>
          <p:nvSpPr>
            <p:cNvPr id="10" name="Rectangle 182">
              <a:extLst>
                <a:ext uri="{FF2B5EF4-FFF2-40B4-BE49-F238E27FC236}">
                  <a16:creationId xmlns:a16="http://schemas.microsoft.com/office/drawing/2014/main" id="{4566DF31-DEB9-500D-3526-5D0A992B3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0154" y="5195254"/>
              <a:ext cx="1872000" cy="432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90488" tIns="44450" rIns="90488" bIns="44450" anchor="ctr"/>
            <a:lstStyle/>
            <a:p>
              <a:pPr marL="0" marR="0" lvl="0" indent="0" algn="ctr" defTabSz="7620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원자재  </a:t>
              </a:r>
              <a:r>
                <a:rPr kumimoji="1" lang="en-US" altLang="ko-KR" sz="1400" b="0" i="0" u="none" strike="noStrike" kern="0" cap="none" spc="0" normalizeH="0" baseline="30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Raw Material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 </a:t>
              </a:r>
              <a:b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</a:b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에이투지체 6 SemiBold" pitchFamily="50" charset="-127"/>
                  <a:ea typeface="에이투지체 6 SemiBold" pitchFamily="50" charset="-127"/>
                  <a:cs typeface="+mn-cs"/>
                </a:rPr>
                <a:t>ROH</a:t>
              </a:r>
            </a:p>
          </p:txBody>
        </p:sp>
        <p:sp>
          <p:nvSpPr>
            <p:cNvPr id="11" name="Rectangle 182">
              <a:extLst>
                <a:ext uri="{FF2B5EF4-FFF2-40B4-BE49-F238E27FC236}">
                  <a16:creationId xmlns:a16="http://schemas.microsoft.com/office/drawing/2014/main" id="{D3FE09D1-7130-F687-84E8-0E388329F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1910" y="3688122"/>
              <a:ext cx="1872000" cy="432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lIns="36000" tIns="36000" rIns="36000" bIns="36000" anchor="ctr"/>
            <a:lstStyle>
              <a:lvl1pPr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66763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7145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286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 fontAlgn="base">
                <a:lnSpc>
                  <a:spcPct val="80000"/>
                </a:lnSpc>
                <a:spcAft>
                  <a:spcPct val="0"/>
                </a:spcAft>
              </a:pPr>
              <a:r>
                <a:rPr lang="en-US" altLang="ko-KR" sz="1400" kern="0" dirty="0">
                  <a:solidFill>
                    <a:srgbClr val="FFFFFF"/>
                  </a:solidFill>
                  <a:latin typeface="에이투지체 6 SemiBold" pitchFamily="50" charset="-127"/>
                  <a:ea typeface="에이투지체 6 SemiBold" pitchFamily="50" charset="-127"/>
                </a:rPr>
                <a:t>Business Partner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F38B3-2C9A-7CE8-0903-C62BBC6FB214}"/>
              </a:ext>
            </a:extLst>
          </p:cNvPr>
          <p:cNvSpPr/>
          <p:nvPr/>
        </p:nvSpPr>
        <p:spPr>
          <a:xfrm>
            <a:off x="3337033" y="3825734"/>
            <a:ext cx="25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EDUAI23|SEM30,PD,PP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7518AC-10C5-615E-73E3-168B9212D7D6}"/>
              </a:ext>
            </a:extLst>
          </p:cNvPr>
          <p:cNvSpPr/>
          <p:nvPr/>
        </p:nvSpPr>
        <p:spPr>
          <a:xfrm>
            <a:off x="4836000" y="2312266"/>
            <a:ext cx="25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EDUAI23|FIN130,MTS-DI,PD,PP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5ADD1B-1D87-39EF-7DC2-314BA877E725}"/>
              </a:ext>
            </a:extLst>
          </p:cNvPr>
          <p:cNvSpPr/>
          <p:nvPr/>
        </p:nvSpPr>
        <p:spPr>
          <a:xfrm>
            <a:off x="6334968" y="3825740"/>
            <a:ext cx="25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EDUAI23|RAW20,PD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E3E49F-EE6A-702A-E355-11800234C35D}"/>
              </a:ext>
            </a:extLst>
          </p:cNvPr>
          <p:cNvSpPr/>
          <p:nvPr/>
        </p:nvSpPr>
        <p:spPr>
          <a:xfrm>
            <a:off x="3337033" y="5339202"/>
            <a:ext cx="25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EDUAI23|RAW124,VB,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Consumption,FixedBin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666EC5-C999-74A1-B771-B826AB784A57}"/>
              </a:ext>
            </a:extLst>
          </p:cNvPr>
          <p:cNvSpPr/>
          <p:nvPr/>
        </p:nvSpPr>
        <p:spPr>
          <a:xfrm>
            <a:off x="4597033" y="4194915"/>
            <a:ext cx="36000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D14E5B-5E85-5A5A-766B-E03F318503DD}"/>
              </a:ext>
            </a:extLst>
          </p:cNvPr>
          <p:cNvSpPr/>
          <p:nvPr/>
        </p:nvSpPr>
        <p:spPr>
          <a:xfrm>
            <a:off x="4616025" y="2889000"/>
            <a:ext cx="36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948E5-4E31-3922-C8CF-4B512D7E3A94}"/>
              </a:ext>
            </a:extLst>
          </p:cNvPr>
          <p:cNvSpPr/>
          <p:nvPr/>
        </p:nvSpPr>
        <p:spPr>
          <a:xfrm>
            <a:off x="7594968" y="2889000"/>
            <a:ext cx="36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F5264B-C850-9A6F-6100-29865C5669E2}"/>
              </a:ext>
            </a:extLst>
          </p:cNvPr>
          <p:cNvSpPr/>
          <p:nvPr/>
        </p:nvSpPr>
        <p:spPr>
          <a:xfrm>
            <a:off x="6078000" y="2690633"/>
            <a:ext cx="36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73882F-65E5-DA96-12AE-D0767EFB8990}"/>
              </a:ext>
            </a:extLst>
          </p:cNvPr>
          <p:cNvSpPr/>
          <p:nvPr/>
        </p:nvSpPr>
        <p:spPr>
          <a:xfrm>
            <a:off x="4584000" y="2850915"/>
            <a:ext cx="3060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7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에이투지체 6 SemiBold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Yihyun Nam</dc:creator>
  <cp:lastModifiedBy>Yihyun Nam</cp:lastModifiedBy>
  <cp:revision>1</cp:revision>
  <dcterms:created xsi:type="dcterms:W3CDTF">2026-06-21T05:33:14Z</dcterms:created>
  <dcterms:modified xsi:type="dcterms:W3CDTF">2026-06-21T05:42:22Z</dcterms:modified>
</cp:coreProperties>
</file>